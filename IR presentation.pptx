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A1503C-C1C1-4FEC-875B-F8575A843E3B}" v="1" dt="2025-11-01T18:37:32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73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4259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59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8374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887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42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8623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816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15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989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73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7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5108B-3424-427F-8EF7-3275ADC8BB9B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168CB16B-4383-4AF3-8A06-31CC649871FE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0197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7.m4a"/><Relationship Id="rId1" Type="http://schemas.microsoft.com/office/2007/relationships/media" Target="../media/media7.m4a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8.m4a"/><Relationship Id="rId1" Type="http://schemas.microsoft.com/office/2007/relationships/media" Target="../media/media8.m4a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9.m4a"/><Relationship Id="rId1" Type="http://schemas.microsoft.com/office/2007/relationships/media" Target="../media/media9.m4a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0.m4a"/><Relationship Id="rId1" Type="http://schemas.microsoft.com/office/2007/relationships/media" Target="../media/media10.m4a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1.m4a"/><Relationship Id="rId1" Type="http://schemas.microsoft.com/office/2007/relationships/media" Target="../media/media11.m4a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2.m4a"/><Relationship Id="rId1" Type="http://schemas.microsoft.com/office/2007/relationships/media" Target="../media/media12.m4a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3.m4a"/><Relationship Id="rId1" Type="http://schemas.microsoft.com/office/2007/relationships/media" Target="../media/media13.m4a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4B267-832B-0D19-116D-1D37BDE371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Role of Named Entity Recognition (NER) in Information Retrieval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83B21-8BAB-A66A-DB05-DC1827950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5742" y="4317785"/>
            <a:ext cx="3464348" cy="977621"/>
          </a:xfrm>
        </p:spPr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Vamshidhar Reddy Kallakuntla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System</a:t>
            </a:r>
          </a:p>
          <a:p>
            <a:endParaRPr lang="en-IN" dirty="0"/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D6018E31-65CC-AC31-5409-B3C9E9BE386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9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440"/>
    </mc:Choice>
    <mc:Fallback xmlns="">
      <p:transition spd="slow" advTm="3644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DEE71-4237-7EE8-CA13-2C5204F37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47019"/>
            <a:ext cx="10002484" cy="50673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Retrieval (IR)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7A068-3ED0-49D2-062F-E2C581A8D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55061"/>
            <a:ext cx="9603275" cy="374597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Retrieval (IR) is the process of finding relevant information from large unstructured text sources.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Examples include search engines like Google, digital libraries, and recommendation systems.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IR relied mainly on keyword matching, which often led to irrelevant results.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advances in NLP, IR now focuses on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just words.</a:t>
            </a:r>
          </a:p>
          <a:p>
            <a:pPr algn="just">
              <a:lnSpc>
                <a:spcPct val="100000"/>
              </a:lnSpc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(NER) plays a crucial role in improving the accuracy and intelligence of IR systems by helping them identify key entities like people, organizations, and places.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Audio 5">
            <a:extLst>
              <a:ext uri="{FF2B5EF4-FFF2-40B4-BE49-F238E27FC236}">
                <a16:creationId xmlns:a16="http://schemas.microsoft.com/office/drawing/2014/main" id="{03A7E5EB-9F0F-B620-8976-7A752FD6CE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93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960"/>
    </mc:Choice>
    <mc:Fallback xmlns="">
      <p:transition spd="slow" advTm="549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923D-B7B8-2DA5-0769-BB70D9CB2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Named Entity Recognition (NER)?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0E6AA-FA49-6D06-0190-C502265778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is an NLP technique that detects and classifies real-world entities in text.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entity types include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“Elon Musk founded SpaceX in California.” →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[PERSON: Elon Musk], [ORG: SpaceX], [LOC: California]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labeling entities, NER transforms unstructured text into structured data.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structured data helps IR systems connect relationships between entities, improving both search and analysis.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BFF98453-0A9F-4FF0-A1E6-DFA1A48594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21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900"/>
    </mc:Choice>
    <mc:Fallback xmlns="">
      <p:transition spd="slow" advTm="589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8BFF3-176B-D702-D1D7-EEBA34C2F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8529"/>
            <a:ext cx="9603275" cy="59522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NER Supports IR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FBB390-8E19-3E71-3A29-F209C0C9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improves search accuracy by identifying entities rather than matching random keywords.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 search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systems understand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means, not just 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they type.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expansion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recognizing synonyms and related terms (e.g., “U.S.” → “United States”).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ranking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that texts mentioning the same entities as the query appear first.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also strengthens question-answering systems, entity linking, and information extraction pipelines.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224C6925-6FEC-5A89-A391-859EBCCAF8E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39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260"/>
    </mc:Choice>
    <mc:Fallback xmlns="">
      <p:transition spd="slow" advTm="572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8EFEA-DFA0-7ED3-FDD4-BAE683DD6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 Search Engines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9D10E-73DA-F74E-2011-C92C9793B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Example: “Who founded Tesla?”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identifies “Tesla” as an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finds linked entities such as “Elon Musk” (Person).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the IR system to return the correct answer instead of irrelevant pages mentioning “Tesla cars” or “Nikola Tesla.”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thus enables search engines to deliver meaningful, contextual, and high-precision results.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principle is used in voice assistants like Siri and Alexa when responding to user questions.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7DD0176F-0907-A4F9-D44F-BB7A11C956E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738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200"/>
    </mc:Choice>
    <mc:Fallback xmlns="">
      <p:transition spd="slow" advTm="522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A86C8-37E9-5568-5F61-CF3CE12B3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48698"/>
            <a:ext cx="9603275" cy="57556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Workflow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C891D-AAB6-A30F-10FE-799B73791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83623"/>
          </a:xfrm>
        </p:spPr>
        <p:txBody>
          <a:bodyPr>
            <a:normAutofit fontScale="92500"/>
          </a:bodyPr>
          <a:lstStyle/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Workflow Steps: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Input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receives a raw sentence or paragraph.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text is split into words or tokens.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Part-of-Speech Tagging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Each token is labeled with its grammatical role (noun, verb, etc.).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system identifies which tokens correspond to named entities.</a:t>
            </a:r>
          </a:p>
          <a:p>
            <a:pPr>
              <a:buClr>
                <a:schemeClr val="tx1"/>
              </a:buClr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Classification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Entities are categorized into predefined types such as PERSON, ORG, or LOC.</a:t>
            </a:r>
          </a:p>
          <a:p>
            <a:pPr>
              <a:buClr>
                <a:schemeClr val="tx1"/>
              </a:buClr>
            </a:pPr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“Elon Musk founded SpaceX in California.” →</a:t>
            </a:r>
            <a:b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PERSON: Elon Musk | ORG: SpaceX | LOC: California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2D66538A-96F1-11EC-B2C5-8D69895B4B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8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820"/>
    </mc:Choice>
    <mc:Fallback xmlns="">
      <p:transition spd="slow" advTm="648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27442-E674-B751-2404-52EE9C780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07690"/>
            <a:ext cx="9603275" cy="546064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Approaches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1333F-31D6-A255-4ED4-C2CFF9A64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24629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predefined word lists, grammar rules, and regular expressions. Simple but limited.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Markov Models (HMMs)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Random Fields (CRFs)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 from labeled datasets.</a:t>
            </a:r>
          </a:p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Network Approach: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models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capture context and relationships between words.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models combine linguistic patterns and machine learning to achieve higher accuracy.</a:t>
            </a:r>
          </a:p>
          <a:p>
            <a:pPr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has made NER much more effective for multilingual and domain-specific data.</a:t>
            </a:r>
          </a:p>
          <a:p>
            <a:pPr>
              <a:buClr>
                <a:schemeClr val="tx1"/>
              </a:buClr>
            </a:pPr>
            <a:endParaRPr lang="en-IN" dirty="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0ED322EF-E6CE-D970-2AEE-7125E4918BF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463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980"/>
    </mc:Choice>
    <mc:Fallback xmlns="">
      <p:transition spd="slow" advTm="639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9252-6774-A7FE-E102-BC4AC8E7A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NER in IR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7C51-636E-8A48-488A-0AACBE9D7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Engines: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 ranking and provide entity-based suggestions.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Chatbots &amp; Voice Assistants: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 user intents, names, and places in queries.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 diseases, drugs, and treatments from medical records and research.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Identify organizations, market terms, and event entities in reports.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&amp; Academic Systems: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Retrieve documents by recognizing people, cases, or publication names.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In all these examples, NER makes retrieval smarter and context-aware.</a:t>
            </a:r>
          </a:p>
          <a:p>
            <a:endParaRPr lang="en-IN" dirty="0"/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C44B01EA-993C-C1E1-7FA8-E28B51C409B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734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1800"/>
    </mc:Choice>
    <mc:Fallback xmlns="">
      <p:transition spd="slow" advTm="518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7D0BE-A570-D52A-A239-CE748FF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in NER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4FDD87-517B-5AF6-1981-3B1856A73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Ambiguity: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“Apple” can refer to both a fruit and a technology company.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Spelling Variations: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“U.S.”, “USA”, and “United States” refer to the same entity.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Multilinguality: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different languages and scripts adds complexity.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Entities: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Scientific or medical terms often require retraining models.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Annotated Data: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large labeled datasets is costly and time-consuming.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A578B521-9898-EA87-556F-98BBF9CCE84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381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680"/>
    </mc:Choice>
    <mc:Fallback xmlns="">
      <p:transition spd="slow" advTm="576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7FAEF-1F03-B28D-B400-BDF1BD7C6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for 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4B3AA-CD08-E7BE-0626-C7246D103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the percentage of correctly identified entities out of all predicted entities.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Measures how many actual entities were successfully identified.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harmonic mean of Precision and Recall, balancing both.</a:t>
            </a:r>
          </a:p>
          <a:p>
            <a:pPr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 = 90%, Recall = 85%, F1-Score ≈ 87%.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metrics are essential for evaluating the reliability and consistency of NER models in IR applications.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FCC516AA-1F05-0CD6-CD9C-9B623EA1D81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706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320"/>
    </mc:Choice>
    <mc:Fallback xmlns="">
      <p:transition spd="slow" advTm="47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2D455-D8C7-E8E6-49E9-B36AA3D53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845686" cy="462098"/>
          </a:xfrm>
        </p:spPr>
        <p:txBody>
          <a:bodyPr>
            <a:normAutofit fontScale="9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Example: Google Knowledge Graph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62449-5188-C415-7A8B-3B49A21D03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Google’s Knowledge Graph uses NER to identify and connect billions of entities across the web.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“Barack Obama” → linked to “President of the United States,” “Harvard Law School,” and “Democratic Party.”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helps display fact boxes (knowledge panels) with accurate, structured information.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systems are used by LinkedIn (job titles, companies) and Amazon (brands, products).</a:t>
            </a:r>
          </a:p>
          <a:p>
            <a:pPr algn="just">
              <a:buClr>
                <a:schemeClr val="tx1"/>
              </a:buClr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shows how NER enables large-scale, intelligent Information Retrieval on global platforms.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5D6AD70A-B0B2-ABF8-C2CD-03E95532BF9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2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4720"/>
    </mc:Choice>
    <mc:Fallback xmlns="">
      <p:transition spd="slow" advTm="547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E5DEC-78B8-AA4F-EDF5-32C7AA8FA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60346-8898-38E5-1BBF-A8BC544DC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Handling global datasets across many languages.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Learning: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models like BERT and GPT to learn context efficiently.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Few-Shot and Zero-Shot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Recognizing new entities with minimal training data.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Cross-Lingual NER: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Matching entities across different languages and scripts.</a:t>
            </a:r>
          </a:p>
          <a:p>
            <a:pPr algn="just">
              <a:buClr>
                <a:schemeClr val="tx1"/>
              </a:buClr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Knowledge Graphs: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Enhancing semantic and intelligent search capabilities.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327E4687-1AD6-688C-DC84-053A6CE936C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952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320"/>
    </mc:Choice>
    <mc:Fallback xmlns="">
      <p:transition spd="slow" advTm="5032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7C36-B75A-3BC6-DFB4-D27784878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62099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83826E-9F62-DF8B-2405-9FFBEB863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Named Entity Recognition bridges the gap between natural language and structured data.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IR by improving accuracy, understanding, and relevance in search results.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supports modern AI systems like chatbots, virtual assistants, and question answering.</a:t>
            </a:r>
          </a:p>
          <a:p>
            <a:pPr algn="just">
              <a:buClrTx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IR and AI evolve, NER will remain a core technology for semantic understanding.</a:t>
            </a:r>
          </a:p>
        </p:txBody>
      </p:sp>
      <p:pic>
        <p:nvPicPr>
          <p:cNvPr id="5" name="Audio 4">
            <a:extLst>
              <a:ext uri="{FF2B5EF4-FFF2-40B4-BE49-F238E27FC236}">
                <a16:creationId xmlns:a16="http://schemas.microsoft.com/office/drawing/2014/main" id="{E14620CD-50FA-2600-AB30-5B04EC787D7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163300" y="58293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85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180"/>
    </mc:Choice>
    <mc:Fallback xmlns="">
      <p:transition spd="slow" advTm="4018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119</TotalTime>
  <Words>1057</Words>
  <Application>Microsoft Office PowerPoint</Application>
  <PresentationFormat>Widescreen</PresentationFormat>
  <Paragraphs>77</Paragraphs>
  <Slides>13</Slides>
  <Notes>0</Notes>
  <HiddenSlides>0</HiddenSlides>
  <MMClips>13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The Role of Named Entity Recognition (NER) in Information Retrieval</vt:lpstr>
      <vt:lpstr>Introduction to Information Retrieval (IR)</vt:lpstr>
      <vt:lpstr>What is Named Entity Recognition (NER)?</vt:lpstr>
      <vt:lpstr>How NER Supports IR</vt:lpstr>
      <vt:lpstr>Example in Search Engines</vt:lpstr>
      <vt:lpstr>NER Workflow</vt:lpstr>
      <vt:lpstr>NER Approaches</vt:lpstr>
      <vt:lpstr>Applications of NER in IR</vt:lpstr>
      <vt:lpstr>Challenges in NER</vt:lpstr>
      <vt:lpstr>Evaluation Metrics for NER</vt:lpstr>
      <vt:lpstr>Real-World Example: Google Knowledge Graph</vt:lpstr>
      <vt:lpstr>Future Trends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Chittari Sindhu</dc:creator>
  <cp:lastModifiedBy>Chittari Sindhu</cp:lastModifiedBy>
  <cp:revision>2</cp:revision>
  <dcterms:created xsi:type="dcterms:W3CDTF">2025-11-01T17:08:31Z</dcterms:created>
  <dcterms:modified xsi:type="dcterms:W3CDTF">2025-11-02T16:40:45Z</dcterms:modified>
</cp:coreProperties>
</file>