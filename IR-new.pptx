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A1503C-C1C1-4FEC-875B-F8575A843E3B}" v="1" dt="2025-11-01T18:37:32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tari Sindhu" userId="0c8affc701fa6010" providerId="LiveId" clId="{B7071F86-EF7E-4237-8596-90003A2195B6}"/>
    <pc:docChg chg="custSel modSld">
      <pc:chgData name="Chittari Sindhu" userId="0c8affc701fa6010" providerId="LiveId" clId="{B7071F86-EF7E-4237-8596-90003A2195B6}" dt="2025-11-01T18:37:50.125" v="3" actId="255"/>
      <pc:docMkLst>
        <pc:docMk/>
      </pc:docMkLst>
      <pc:sldChg chg="modSp mod">
        <pc:chgData name="Chittari Sindhu" userId="0c8affc701fa6010" providerId="LiveId" clId="{B7071F86-EF7E-4237-8596-90003A2195B6}" dt="2025-11-01T18:37:50.125" v="3" actId="255"/>
        <pc:sldMkLst>
          <pc:docMk/>
          <pc:sldMk cId="1592885099" sldId="261"/>
        </pc:sldMkLst>
        <pc:spChg chg="mod">
          <ac:chgData name="Chittari Sindhu" userId="0c8affc701fa6010" providerId="LiveId" clId="{B7071F86-EF7E-4237-8596-90003A2195B6}" dt="2025-11-01T18:37:50.125" v="3" actId="255"/>
          <ac:spMkLst>
            <pc:docMk/>
            <pc:sldMk cId="1592885099" sldId="261"/>
            <ac:spMk id="3" creationId="{FF0C891D-AAB6-A30F-10FE-799B7379125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259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59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37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8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426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6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816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1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989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27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19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B267-832B-0D19-116D-1D37BDE371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Named Entity Recognition (NER) in Information Retrieval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83B21-8BAB-A66A-DB05-DC1827950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5742" y="4317785"/>
            <a:ext cx="3464348" cy="977621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Vamshidhar Reddy Kallakuntla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95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EE71-4237-7EE8-CA13-2C5204F3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47019"/>
            <a:ext cx="10002484" cy="50673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Information Retrieval (IR)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7A068-3ED0-49D2-062F-E2C581A8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55061"/>
            <a:ext cx="9603275" cy="374597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 (IR) is the process of finding relevant information from large unstructured text sources.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 include search engines like Google, digital libraries, and recommendation systems.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 relied mainly on keyword matching, which often led to irrelevant results.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advances in NLP, IR now focuses on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just words.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(NER) plays a crucial role in improving the accuracy and intelligence of IR systems by helping them identify key entities like people, organizations, and places.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59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923D-B7B8-2DA5-0769-BB70D9CB2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Named Entity Recognition (NER)?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0E6AA-FA49-6D06-0190-C50226577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is an NLP technique that detects and classifies real-world entities in text.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entity types include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“Elon Musk founded SpaceX in California.” →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[PERSON: Elon Musk], [ORG: SpaceX], [LOC: California]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labeling entities, NER transforms unstructured text into structured data.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structured data helps IR systems connect relationships between entities, improving both search and analysis.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52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8BFF3-176B-D702-D1D7-EEBA34C2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8529"/>
            <a:ext cx="9603275" cy="59522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NER Supports IR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BB390-8E19-3E71-3A29-F209C0C9A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improves search accuracy by identifying entities rather than matching random keywords.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systems understand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means, not just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type.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expansion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recognizing synonyms and related terms (e.g., “U.S.” → “United States”).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ranking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that texts mentioning the same entities as the query appear first.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also strengthens question-answering systems, entity linking, and information extraction pipelines.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73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EFEA-DFA0-7ED3-FDD4-BAE683DD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 Search Engines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D10E-73DA-F74E-2011-C92C9793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Example: “Who founded Tesla?”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identifies “Tesla” as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finds linked entities such as “Elon Musk” (Person).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the IR system to return the correct answer instead of irrelevant pages mentioning “Tesla cars” or “Nikola Tesla.”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thus enables search engines to deliver meaningful, contextual, and high-precision results.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principle is used in voice assistants like Siri and Alexa when responding to user questions.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73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86C8-37E9-5568-5F61-CF3CE12B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8698"/>
            <a:ext cx="9603275" cy="57556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Workflow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C891D-AAB6-A30F-10FE-799B7379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83623"/>
          </a:xfrm>
        </p:spPr>
        <p:txBody>
          <a:bodyPr>
            <a:normAutofit fontScale="92500"/>
          </a:bodyPr>
          <a:lstStyle/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Workflow Steps: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Input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receives a raw sentence or paragraph.</a:t>
            </a: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text is split into words or tokens.</a:t>
            </a: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Part-of-Speech Tagging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Each token is labeled with its grammatical role (noun, verb, etc.).</a:t>
            </a: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identifies which tokens correspond to named entities.</a:t>
            </a: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Classification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Entities are categorized into predefined types such as PERSON, ORG, or LOC.</a:t>
            </a:r>
          </a:p>
          <a:p>
            <a:pPr>
              <a:buClr>
                <a:schemeClr val="tx1"/>
              </a:buClr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“Elon Musk founded SpaceX in California.” →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PERSON: Elon Musk | ORG: SpaceX | LOC: California</a:t>
            </a:r>
          </a:p>
        </p:txBody>
      </p:sp>
    </p:spTree>
    <p:extLst>
      <p:ext uri="{BB962C8B-B14F-4D97-AF65-F5344CB8AC3E}">
        <p14:creationId xmlns:p14="http://schemas.microsoft.com/office/powerpoint/2010/main" val="159288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7442-E674-B751-2404-52EE9C780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07690"/>
            <a:ext cx="9603275" cy="546064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Approaches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333F-31D6-A255-4ED4-C2CFF9A64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24629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predefined word lists, grammar rules, and regular expressions. Simple but limited.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Approach: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Markov Models (HMMs)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Random Fields (CRFs)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from labeled datasets.</a:t>
            </a:r>
          </a:p>
          <a:p>
            <a:pPr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Approach: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models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context and relationships between words.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models combine linguistic patterns and machine learning to achieve higher accuracy.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has made NER much more effective for multilingual and domain-specific data.</a:t>
            </a:r>
          </a:p>
          <a:p>
            <a:pPr>
              <a:buClr>
                <a:schemeClr val="tx1"/>
              </a:buCl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46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9252-6774-A7FE-E102-BC4AC8E7A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NER in IR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7C51-636E-8A48-488A-0AACBE9D7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ranking and provide entity-based suggestions.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&amp; Voice Assistants: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 user intents, names, and places in queries.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diseases, drugs, and treatments from medical records and research.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organizations, market terms, and event entities in reports.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&amp; Academic Systems: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 documents by recognizing people, cases, or publication names.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In all these examples, NER makes retrieval smarter and context-aware.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734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D0BE-A570-D52A-A239-CE748FF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NER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FDD87-517B-5AF6-1981-3B1856A73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“Apple” can refer to both a fruit and a technology company.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Spelling Variations: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“U.S.”, “USA”, and “United States” refer to the same entity.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different languages and scripts adds complexity.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Entities: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Scientific or medical terms often require retraining models.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Annotated Data: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large labeled datasets is costly and time-consuming.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381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7FAEF-1F03-B28D-B400-BDF1BD7C6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for 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4B3AA-CD08-E7BE-0626-C7246D103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the percentage of correctly identified entities out of all predicted entities.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many actual entities were successfully identified.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harmonic mean of Precision and Recall, balancing both.</a:t>
            </a:r>
          </a:p>
          <a:p>
            <a:pPr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= 90%, Recall = 85%, F1-Score ≈ 87%.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metrics are essential for evaluating the reliability and consistency of NER models in IR applications.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70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D455-D8C7-E8E6-49E9-B36AA3D5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845686" cy="462098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Example: Google Knowledge Graph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62449-5188-C415-7A8B-3B49A21D0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Google’s Knowledge Graph uses NER to identify and connect billions of entities across the web.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“Barack Obama” → linked to “President of the United States,” “Harvard Law School,” and “Democratic Party.”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helps display fact boxes (knowledge panels) with accurate, structured information.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systems are used by LinkedIn (job titles, companies) and Amazon (brands, products).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how NER enables large-scale, intelligent Information Retrieval on global platforms.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22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5DEC-78B8-AA4F-EDF5-32C7AA8F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60346-8898-38E5-1BBF-A8BC544DC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NER: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global datasets across many languages.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models like BERT and GPT to learn context efficiently.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 and Zero-Shot NER: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Recognizing new entities with minimal training data.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Cross-Lingual NER: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Matching entities across different languages and scripts.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Knowledge Graphs: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Enhancing semantic and intelligent search capabilities.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95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7C36-B75A-3BC6-DFB4-D2778487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3826E-9F62-DF8B-2405-9FFBEB86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bridges the gap between natural language and structured data.</a:t>
            </a:r>
          </a:p>
          <a:p>
            <a:pPr algn="just"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IR by improving accuracy, understanding, and relevance in search results.</a:t>
            </a:r>
          </a:p>
          <a:p>
            <a:pPr algn="just"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supports modern AI systems like chatbots, virtual assistants, and question answering.</a:t>
            </a:r>
          </a:p>
          <a:p>
            <a:pPr algn="just"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IR and AI evolve, NER will remain a core technology for semantic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428528524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86</TotalTime>
  <Words>1057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Times New Roman</vt:lpstr>
      <vt:lpstr>Gallery</vt:lpstr>
      <vt:lpstr>The Role of Named Entity Recognition (NER) in Information Retrieval</vt:lpstr>
      <vt:lpstr>Introduction to Information Retrieval (IR)</vt:lpstr>
      <vt:lpstr>What is Named Entity Recognition (NER)?</vt:lpstr>
      <vt:lpstr>How NER Supports IR</vt:lpstr>
      <vt:lpstr>Example in Search Engines</vt:lpstr>
      <vt:lpstr>NER Workflow</vt:lpstr>
      <vt:lpstr>NER Approaches</vt:lpstr>
      <vt:lpstr>Applications of NER in IR</vt:lpstr>
      <vt:lpstr>Challenges in NER</vt:lpstr>
      <vt:lpstr>Evaluation Metrics for NER</vt:lpstr>
      <vt:lpstr>Real-World Example: Google Knowledge Graph</vt:lpstr>
      <vt:lpstr>Future Trends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Chittari Sindhu</dc:creator>
  <cp:lastModifiedBy>Chittari Sindhu</cp:lastModifiedBy>
  <cp:revision>1</cp:revision>
  <dcterms:created xsi:type="dcterms:W3CDTF">2025-11-01T17:08:31Z</dcterms:created>
  <dcterms:modified xsi:type="dcterms:W3CDTF">2025-11-01T18:37:54Z</dcterms:modified>
</cp:coreProperties>
</file>